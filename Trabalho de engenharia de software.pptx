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Montserrat"/>
      <p:regular r:id="rId13"/>
      <p:bold r:id="rId14"/>
      <p:italic r:id="rId15"/>
      <p:boldItalic r:id="rId16"/>
    </p:embeddedFont>
    <p:embeddedFont>
      <p:font typeface="La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Montserrat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Montserrat-italic.fntdata"/><Relationship Id="rId14" Type="http://schemas.openxmlformats.org/officeDocument/2006/relationships/font" Target="fonts/Montserrat-bold.fntdata"/><Relationship Id="rId17" Type="http://schemas.openxmlformats.org/officeDocument/2006/relationships/font" Target="fonts/Lato-regular.fntdata"/><Relationship Id="rId16" Type="http://schemas.openxmlformats.org/officeDocument/2006/relationships/font" Target="fonts/Montserrat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italic.fntdata"/><Relationship Id="rId6" Type="http://schemas.openxmlformats.org/officeDocument/2006/relationships/slide" Target="slides/slide1.xml"/><Relationship Id="rId18" Type="http://schemas.openxmlformats.org/officeDocument/2006/relationships/font" Target="fonts/La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379c7daff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379c7daff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379c7daf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379c7daf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d379c7daff_1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d379c7daff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d379c7daff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d379c7daff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d379c7daff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d379c7daff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379c7daff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d379c7daff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3119800" y="1577675"/>
            <a:ext cx="5329200" cy="14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Trabalho de engenharia de software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4882350" y="3672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Integrantes:  Luis Eduardo, Eduardo Victor, Danilo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etapas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Levantamento de requisitos realizado pelo síndico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Projeto de Software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construção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Testes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AutoNum type="arabicPeriod"/>
            </a:pPr>
            <a:r>
              <a:rPr lang="pt-BR"/>
              <a:t>Implantação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type="title"/>
          </p:nvPr>
        </p:nvSpPr>
        <p:spPr>
          <a:xfrm>
            <a:off x="1387025" y="768100"/>
            <a:ext cx="1249800" cy="5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1° Etapa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5"/>
          <p:cNvSpPr txBox="1"/>
          <p:nvPr>
            <p:ph idx="1" type="body"/>
          </p:nvPr>
        </p:nvSpPr>
        <p:spPr>
          <a:xfrm>
            <a:off x="1297500" y="1567550"/>
            <a:ext cx="68898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2500"/>
              <a:t>As etapas iniciais do projeto </a:t>
            </a:r>
            <a:r>
              <a:rPr lang="pt-BR" sz="2500"/>
              <a:t>consistiram em apresentar um idéia inicial, discutir com o grupo possibilidades e se seria pragmático e identificar possíveis problemas/desafios no futuro além de planejar o quão possível seria o desenvolvimento de um sistema.</a:t>
            </a:r>
            <a:endParaRPr sz="2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1387025" y="768100"/>
            <a:ext cx="7500300" cy="5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° Etapa - Relacionamentos e </a:t>
            </a: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dinâmicas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1297500" y="1567550"/>
            <a:ext cx="6889800" cy="8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/>
              <a:t>Dinâmica</a:t>
            </a:r>
            <a:r>
              <a:rPr lang="pt-BR" sz="2500"/>
              <a:t> do </a:t>
            </a:r>
            <a:r>
              <a:rPr lang="pt-BR" sz="2500"/>
              <a:t>síndico</a:t>
            </a:r>
            <a:r>
              <a:rPr lang="pt-BR" sz="2500"/>
              <a:t> : Importância do levantamento de requisitos</a:t>
            </a:r>
            <a:endParaRPr sz="2500"/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2500"/>
              <a:t>Dinâmica</a:t>
            </a:r>
            <a:r>
              <a:rPr lang="pt-BR" sz="2500"/>
              <a:t> do avião: requisitos claros interferem no resultado final do projeto</a:t>
            </a:r>
            <a:endParaRPr sz="25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500"/>
              <a:t>Dinâmica</a:t>
            </a:r>
            <a:r>
              <a:rPr lang="pt-BR" sz="2500"/>
              <a:t> dos canudos: organização de equipes e responsabilidade de cada membro do grupo</a:t>
            </a:r>
            <a:endParaRPr sz="2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/>
          <p:nvPr>
            <p:ph type="title"/>
          </p:nvPr>
        </p:nvSpPr>
        <p:spPr>
          <a:xfrm>
            <a:off x="1387025" y="768100"/>
            <a:ext cx="7500300" cy="5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° Etapa - Uso do trello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17"/>
          <p:cNvSpPr txBox="1"/>
          <p:nvPr>
            <p:ph idx="1" type="body"/>
          </p:nvPr>
        </p:nvSpPr>
        <p:spPr>
          <a:xfrm>
            <a:off x="1195250" y="1342900"/>
            <a:ext cx="6860700" cy="4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pt-BR" sz="1600"/>
              <a:t>https://trello.com/b/KwtTynop/trabalho-de-engenharia-de-software</a:t>
            </a:r>
            <a:endParaRPr sz="1600"/>
          </a:p>
        </p:txBody>
      </p:sp>
      <p:pic>
        <p:nvPicPr>
          <p:cNvPr id="160" name="Google Shape;16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0625" y="1810700"/>
            <a:ext cx="6569952" cy="3282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8"/>
          <p:cNvSpPr txBox="1"/>
          <p:nvPr>
            <p:ph type="title"/>
          </p:nvPr>
        </p:nvSpPr>
        <p:spPr>
          <a:xfrm>
            <a:off x="1387025" y="768100"/>
            <a:ext cx="7500300" cy="5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° Etapa - Integração de conceitos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18"/>
          <p:cNvSpPr txBox="1"/>
          <p:nvPr>
            <p:ph idx="1" type="body"/>
          </p:nvPr>
        </p:nvSpPr>
        <p:spPr>
          <a:xfrm>
            <a:off x="1221025" y="1870250"/>
            <a:ext cx="6860700" cy="4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100"/>
              <a:t>Através de ferramentas, o desenvolvimento e cumprimento dos requisitos tornam se mais fáceis.</a:t>
            </a:r>
            <a:endParaRPr sz="21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100"/>
              <a:t>Um produto/objeto final é consequência de um bom desenvolvimento e consequentemente um bom requisito, ou seja um requisito claro e de fácil compreensão. O oposto disso é fruto de um planejamento falho, que se acumula com uma má organização de equipe</a:t>
            </a:r>
            <a:endParaRPr sz="2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9"/>
          <p:cNvSpPr txBox="1"/>
          <p:nvPr>
            <p:ph type="title"/>
          </p:nvPr>
        </p:nvSpPr>
        <p:spPr>
          <a:xfrm>
            <a:off x="1387025" y="768100"/>
            <a:ext cx="7500300" cy="57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pt-BR">
                <a:latin typeface="Times New Roman"/>
                <a:ea typeface="Times New Roman"/>
                <a:cs typeface="Times New Roman"/>
                <a:sym typeface="Times New Roman"/>
              </a:rPr>
              <a:t>° Etapa - Ferramentas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19"/>
          <p:cNvSpPr txBox="1"/>
          <p:nvPr>
            <p:ph idx="1" type="body"/>
          </p:nvPr>
        </p:nvSpPr>
        <p:spPr>
          <a:xfrm>
            <a:off x="1221025" y="1870250"/>
            <a:ext cx="6860700" cy="44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pt-BR" sz="3400"/>
              <a:t>As ferramentas Scrum, kanban e trello são muito importantes para o desenvolvimento de futuros projetos e o seu uso impacta no produto final. </a:t>
            </a:r>
            <a:endParaRPr baseline="30000" sz="3400"/>
          </a:p>
          <a:p>
            <a:pPr indent="0" lvl="0" marL="0" rtl="0" algn="ctr">
              <a:spcBef>
                <a:spcPts val="1200"/>
              </a:spcBef>
              <a:spcAft>
                <a:spcPts val="1200"/>
              </a:spcAft>
              <a:buNone/>
            </a:pPr>
            <a:r>
              <a:rPr baseline="30000" lang="pt-BR" sz="3400"/>
              <a:t>Fim</a:t>
            </a:r>
            <a:endParaRPr baseline="30000" sz="3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